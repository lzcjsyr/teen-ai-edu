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开场：今天不听课，直接教 AI 给你画图——但前提是，你得把话说对。公益体验，后续有正式课可了解，不强求。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分层切入话术：用过的别得意；没用过的别担心。不假设零基础。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立人设：你是导演，AI 是画笔。主体性先行。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原理一句话：AI 从海量图学规律、按文字猜画面，所以会说清、会猜错。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三档对比话术：不是 AI 笨，是话没说清。【注意】此页三张图为内置模型生成，正式课前请用豆包重跑这三张替换，保证与课堂工具一致。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五要素：主体+场景+风格+光线+情绪。没有标准答案，只有更清楚。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示范：用一张参考图带孩子集体填五要素，练图→词逆向能力。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对照：把模糊换成能看见的具体词，AI 就会画了。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找错并改清游戏：让孩子改模糊句，体会具体词的作用。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看图挑错话术：AI 在猜会猜错。【注意】这两张是翻车尝试图，模型已较稳，不一定真翻车；课堂真实翻车即时截图更有效。多指/乱码是AI错非提示词错，重生成不计入学生迭代。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小规矩三条：不画别人脸不造假、AI会出错别全信、分享前问家长。城市家长对隐私敏感，是加分项。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实践1：分组轮换生图，等待时做任务卡，别空等。引导自检：说清了吗？画对了吗？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实践2：哪句没说清？加/换一个词再生成。多指/乱码是AI错，重画一次不计迭代。迭代≤2次。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图文小卡：Agent输出素材，拼卡由人完成。这是带走的作品，也是护城河。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首映：孩子展示，老师不抢话。家长“眼睛亮”的瞬间交给家长。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结尾：点题。轻量去推销化口径。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EduProject/Teen-AI-Edu/如何使用正确的提示词生图/物料包/预生成图库/保底图库/一座漂浮在云上的城堡_绘本插画风格_2026-07-12T14-38-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457200"/>
            <a:ext cx="347472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A3B47"/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1371600"/>
            <a:ext cx="457200" cy="109728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如何使用正确的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提示词生图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珠海 XX 社区 · AI 小创客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B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你是导演，AI 是画笔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谁用过 AI 画图？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先举手，按经验分层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82296" cy="23774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用过的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别得意，等下看“清楚提示词”和你平时说的差在哪。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82296" cy="2377440"/>
          </a:xfrm>
          <a:prstGeom prst="rect">
            <a:avLst/>
          </a:prstGeom>
          <a:solidFill>
            <a:srgbClr val="2A6F8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没用过的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没关系，今天教你让 AI 给你画。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今天你是导演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你说什么，AI 画什么。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不会替你想 —— 画什么，你说了算。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3931920"/>
            <a:ext cx="914400" cy="73152"/>
          </a:xfrm>
          <a:prstGeom prst="rect">
            <a:avLst/>
          </a:prstGeom>
          <a:solidFill>
            <a:srgbClr val="F2B44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为什么能画？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像一个看过亿万张图、按你文字“猜”画面的朋友。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—— 要说清，它才猜得准；它也会猜错。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63840" y="1371600"/>
            <a:ext cx="822960" cy="8229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同一只猫，三句话，差在哪？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差距不在 AI，在“说没说清”</a:t>
            </a:r>
            <a:endParaRPr lang="en-US" sz="1400" dirty="0"/>
          </a:p>
        </p:txBody>
      </p:sp>
      <p:pic>
        <p:nvPicPr>
          <p:cNvPr id="5" name="Image 0" descr="E:/EduProject/Teen-AI-Edu/如何使用正确的提示词生图/物料包/预生成图库/三档对比/画只猫_2026-07-12T14-37-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554480"/>
            <a:ext cx="246888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3566160"/>
            <a:ext cx="2468880" cy="457200"/>
          </a:xfrm>
          <a:prstGeom prst="rect">
            <a:avLst/>
          </a:prstGeom>
          <a:solidFill>
            <a:srgbClr val="2A3B47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画只猫</a:t>
            </a:r>
            <a:endParaRPr lang="en-US" sz="1200" dirty="0"/>
          </a:p>
        </p:txBody>
      </p:sp>
      <p:pic>
        <p:nvPicPr>
          <p:cNvPr id="9" name="Image 1" descr="E:/EduProject/Teen-AI-Edu/如何使用正确的提示词生图/物料包/预生成图库/三档对比/一只猫_2026-07-12T14-37-3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554480"/>
            <a:ext cx="2468880" cy="2468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3566160"/>
            <a:ext cx="2468880" cy="457200"/>
          </a:xfrm>
          <a:prstGeom prst="rect">
            <a:avLst/>
          </a:prstGeom>
          <a:solidFill>
            <a:srgbClr val="2A3B47"/>
          </a:solidFill>
          <a:ln/>
        </p:spPr>
      </p:sp>
      <p:sp>
        <p:nvSpPr>
          <p:cNvPr id="11" name="Text 7"/>
          <p:cNvSpPr/>
          <p:nvPr/>
        </p:nvSpPr>
        <p:spPr>
          <a:xfrm>
            <a:off x="33375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仍空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3756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一只猫</a:t>
            </a:r>
            <a:endParaRPr lang="en-US" sz="1200" dirty="0"/>
          </a:p>
        </p:txBody>
      </p:sp>
      <p:pic>
        <p:nvPicPr>
          <p:cNvPr id="13" name="Image 2" descr="E:/EduProject/Teen-AI-Edu/如何使用正确的提示词生图/物料包/预生成图库/三档对比/一只戴红围巾的小猫_坐在屋顶看星星_水彩风格_暖黄灯光_安静_2026-07-12T14-37-3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3640" y="1554480"/>
            <a:ext cx="2468880" cy="2468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63640" y="3566160"/>
            <a:ext cx="2468880" cy="457200"/>
          </a:xfrm>
          <a:prstGeom prst="rect">
            <a:avLst/>
          </a:prstGeom>
          <a:solidFill>
            <a:srgbClr val="2A3B47"/>
          </a:solidFill>
          <a:ln/>
        </p:spPr>
      </p:sp>
      <p:sp>
        <p:nvSpPr>
          <p:cNvPr id="15" name="Text 10"/>
          <p:cNvSpPr/>
          <p:nvPr/>
        </p:nvSpPr>
        <p:spPr>
          <a:xfrm>
            <a:off x="62636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戴红围巾小猫坐屋顶看星星…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把画面拆成五块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五要素 = 一句清楚的话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5910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82296" cy="219456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画的是什么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9696" y="1828800"/>
            <a:ext cx="15910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9696" y="1828800"/>
            <a:ext cx="82296" cy="2194560"/>
          </a:xfrm>
          <a:prstGeom prst="rect">
            <a:avLst/>
          </a:prstGeom>
          <a:solidFill>
            <a:srgbClr val="2A6F87"/>
          </a:solidFill>
          <a:ln/>
        </p:spPr>
      </p:sp>
      <p:sp>
        <p:nvSpPr>
          <p:cNvPr id="11" name="Text 9"/>
          <p:cNvSpPr/>
          <p:nvPr/>
        </p:nvSpPr>
        <p:spPr>
          <a:xfrm>
            <a:off x="2322576" y="20574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6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22576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在做什么/在哪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22192" y="1828800"/>
            <a:ext cx="15910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828800"/>
            <a:ext cx="82296" cy="219456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5" name="Text 13"/>
          <p:cNvSpPr/>
          <p:nvPr/>
        </p:nvSpPr>
        <p:spPr>
          <a:xfrm>
            <a:off x="4005072" y="20574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05072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水彩/卡通/绘本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04688" y="1828800"/>
            <a:ext cx="15910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04688" y="1828800"/>
            <a:ext cx="82296" cy="2194560"/>
          </a:xfrm>
          <a:prstGeom prst="rect">
            <a:avLst/>
          </a:prstGeom>
          <a:solidFill>
            <a:srgbClr val="2A6F87"/>
          </a:solidFill>
          <a:ln/>
        </p:spPr>
      </p:sp>
      <p:sp>
        <p:nvSpPr>
          <p:cNvPr id="19" name="Text 17"/>
          <p:cNvSpPr/>
          <p:nvPr/>
        </p:nvSpPr>
        <p:spPr>
          <a:xfrm>
            <a:off x="5687568" y="20574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6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光线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87568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暖黄/星空/夕阳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87184" y="1828800"/>
            <a:ext cx="15910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828800"/>
            <a:ext cx="82296" cy="219456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20574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70064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开心/勇敢/温柔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看一张图，倒推五要素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示范：图 → 词</a:t>
            </a:r>
            <a:endParaRPr lang="en-US" sz="1400" dirty="0"/>
          </a:p>
        </p:txBody>
      </p:sp>
      <p:pic>
        <p:nvPicPr>
          <p:cNvPr id="5" name="Image 0" descr="E:/EduProject/Teen-AI-Edu/如何使用正确的提示词生图/物料包/预生成图库/保底图库/一只戴围巾的小猫在屋顶看星星_绘本插画风格_2026-07-12T14-38-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56032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0" y="1463040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463040"/>
            <a:ext cx="82296" cy="45720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戴围巾的小猫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74720" y="2029968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2029968"/>
            <a:ext cx="82296" cy="45720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坐在屋顶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74720" y="2596896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74720" y="2596896"/>
            <a:ext cx="82296" cy="45720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0" y="25968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绘本插画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3163824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163824"/>
            <a:ext cx="82296" cy="45720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0" y="31638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光线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54880" y="3163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474720" y="3730752"/>
            <a:ext cx="5120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74720" y="3730752"/>
            <a:ext cx="82296" cy="45720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0" y="3730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3730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安静温柔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 vs 模糊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“好看”AI 听不懂，要换成具体词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777240"/>
          </a:xfrm>
          <a:prstGeom prst="rect">
            <a:avLst/>
          </a:prstGeom>
          <a:solidFill>
            <a:srgbClr val="FBEAEA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画只猫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554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777240"/>
          </a:xfrm>
          <a:prstGeom prst="rect">
            <a:avLst/>
          </a:prstGeom>
          <a:solidFill>
            <a:srgbClr val="EAF3F5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一只趴在窗台的橘猫，午后阳光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657600" cy="777240"/>
          </a:xfrm>
          <a:prstGeom prst="rect">
            <a:avLst/>
          </a:prstGeom>
          <a:solidFill>
            <a:srgbClr val="FBEAEA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画个好看的场景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5146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3931920" cy="777240"/>
          </a:xfrm>
          <a:prstGeom prst="rect">
            <a:avLst/>
          </a:prstGeom>
          <a:solidFill>
            <a:srgbClr val="EAF3F5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514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秋天的树林小路，落叶满地，金色光线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657600" cy="777240"/>
          </a:xfrm>
          <a:prstGeom prst="rect">
            <a:avLst/>
          </a:prstGeom>
          <a:solidFill>
            <a:srgbClr val="FBEAEA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一个勇敢的骑士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474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3931920" cy="777240"/>
          </a:xfrm>
          <a:prstGeom prst="rect">
            <a:avLst/>
          </a:prstGeom>
          <a:solidFill>
            <a:srgbClr val="EAF3F5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一个勇敢的骑士，绘本插画风格，冷色调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 · 把“坏话”改清楚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谁能把这句改清楚？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2011680"/>
          </a:xfrm>
          <a:prstGeom prst="rect">
            <a:avLst/>
          </a:prstGeom>
          <a:solidFill>
            <a:srgbClr val="7A77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“画个好看的场景”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改一改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828800"/>
            <a:ext cx="3291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828800"/>
            <a:ext cx="82296" cy="2011680"/>
          </a:xfrm>
          <a:prstGeom prst="rect">
            <a:avLst/>
          </a:prstGeom>
          <a:solidFill>
            <a:srgbClr val="2A6F8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2560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“秋天的树林小路，落叶满地，金色光线”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也会错 · 看图挑错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在“猜”，会猜错 —— 画完自己看一遍</a:t>
            </a:r>
            <a:endParaRPr lang="en-US" sz="1400" dirty="0"/>
          </a:p>
        </p:txBody>
      </p:sp>
      <p:pic>
        <p:nvPicPr>
          <p:cNvPr id="5" name="Image 0" descr="E:/EduProject/Teen-AI-Edu/如何使用正确的提示词生图/物料包/预生成图库/翻车示例/照片级写实_一个小女孩在弹钢琴的特写_清晰看到双手和手指_2026-07-12T14-37-3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347472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多指 / 多肢（数手指）</a:t>
            </a:r>
            <a:endParaRPr lang="en-US" sz="1400" dirty="0"/>
          </a:p>
        </p:txBody>
      </p:sp>
      <p:pic>
        <p:nvPicPr>
          <p:cNvPr id="7" name="Image 1" descr="E:/EduProject/Teen-AI-Edu/如何使用正确的提示词生图/物料包/预生成图库/翻车示例/一张海报_上面用大字写着夏天快乐四个汉字_2026-07-12T14-37-3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46304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文字乱码（AI 不会写字）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还有：违反物理（水往上流）· 角色漂移（前后不一样）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小规矩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记住了，才能放心用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23774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2103120"/>
            <a:ext cx="640080" cy="640080"/>
          </a:xfrm>
          <a:prstGeom prst="ellipse">
            <a:avLst/>
          </a:prstGeom>
          <a:solidFill>
            <a:srgbClr val="E8654A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不画别人脸、不造假图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828800"/>
            <a:ext cx="82296" cy="2377440"/>
          </a:xfrm>
          <a:prstGeom prst="rect">
            <a:avLst/>
          </a:prstGeom>
          <a:solidFill>
            <a:srgbClr val="2A6F8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2A6F87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会出错，别全信它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828800"/>
            <a:ext cx="82296" cy="2377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分享前先问家长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 1 · 第一次生图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现在轮到你当导演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82296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有想法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直接画自己的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06040"/>
            <a:ext cx="82296" cy="777240"/>
          </a:xfrm>
          <a:prstGeom prst="rect">
            <a:avLst/>
          </a:prstGeom>
          <a:solidFill>
            <a:srgbClr val="2A6F8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卡住了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606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挑灵感图卡，描述+变体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66160"/>
            <a:ext cx="82296" cy="7772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等生图时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35661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做手里的任务卡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 2 · 改清 + 迭代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第一张不理想？正常，改一个词试试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2926080" cy="1463040"/>
          </a:xfrm>
          <a:prstGeom prst="rect">
            <a:avLst/>
          </a:prstGeom>
          <a:solidFill>
            <a:srgbClr val="FBEAEA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“画只猫”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2651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加/换一个词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194560"/>
            <a:ext cx="2926080" cy="1463040"/>
          </a:xfrm>
          <a:prstGeom prst="rect">
            <a:avLst/>
          </a:prstGeom>
          <a:solidFill>
            <a:srgbClr val="EAF3F5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194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“戴围巾小猫坐屋顶看星星…”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把作品包成图文小卡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+ 提示词 + 一句感悟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280160"/>
            <a:ext cx="4389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pic>
        <p:nvPicPr>
          <p:cNvPr id="6" name="Image 0" descr="E:/EduProject/Teen-AI-Edu/如何使用正确的提示词生图/物料包/预生成图库/保底图库/一只会飞的小狗在夜空_绘本插画风格_2026-07-12T14-38-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1463040"/>
            <a:ext cx="40233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珠海XX社区 · AI 小创客 · 小石头 作品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我的提示词：一只会飞的小狗…绘本风，星空，勇敢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6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感悟：把“好看”换成“星空光线”，AI 就画对了。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237744" cy="47548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2918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首映 · 放给爸妈看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你最满意的那张，给爸妈看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把作品放给家长看 —— 老师不抢话。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0" y="3200400"/>
            <a:ext cx="914400" cy="73152"/>
          </a:xfrm>
          <a:prstGeom prst="rect">
            <a:avLst/>
          </a:prstGeom>
          <a:solidFill>
            <a:srgbClr val="F2B441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B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一句话原则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说清楚了，画才对；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画完自己看；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你是导演，AI 是画笔。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今天公益体验，后续有正式课可了解，不强求。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如何使用正确的提示词生图 · 社区体验课</dc:title>
  <dc:subject>PptxGenJS Presentation</dc:subject>
  <dc:creator>Teen-AI-Edu</dc:creator>
  <cp:lastModifiedBy>Teen-AI-Edu</cp:lastModifiedBy>
  <cp:revision>1</cp:revision>
  <dcterms:created xsi:type="dcterms:W3CDTF">2026-07-12T14:50:28Z</dcterms:created>
  <dcterms:modified xsi:type="dcterms:W3CDTF">2026-07-12T14:50:28Z</dcterms:modified>
</cp:coreProperties>
</file>